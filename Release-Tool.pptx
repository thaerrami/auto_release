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Release Tool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Git release management across the Literatum UI widget hierarchy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it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Auto-detects repo from CWD (or --repo &lt;id&gt;) and resolves dependency tree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Per version track (e.g. v2.7): sync → cherry-pick → bump deps → build → tag →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After release: scans ui-products and upgrades matching theme/core/article deps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Run once: choose tracks + cherry-pick SHAs at start; apply to all repos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Logs to release-logs/ (.log + .json); crash recovery and file lock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Node (recommended):  node dist/index.js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Shell:               bash release.sh --repo &lt;id&gt;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Repo dependency tree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ui-base (layer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ui-core (layer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ui-theme-photo (layer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ui-theme-classic (layer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ui-theme-nextgen (layer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ui-theme-eureka (layer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ui-products (no tags — upgraded after release)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ui-article (independent versioning)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You stand in → Tool processes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ui-base          → base, core, eureka, photo, classic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ui-core          → core, photo, classic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ui-theme-photo   → photo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ui-theme-classic → classic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ui-article       → article 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Per-repo release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1. Checkout &amp; sync — develop, pull, fetch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2. Dirty tree — [S] Stash  [P] Proceed  [A] Abort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3. Track selection — pick v2.6, v2.8, etc. (once for all repos)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4. Per track: compute next tag (e.g. v2.6.72 → v2.6.73), checkout latest tag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5. Cherry-pick SHAs (shared across repos/tracks)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6. Bump parent dep in package.json (ui-core, ui-base, ui-article)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7. npm install / npm run build — [Y] Yes  [S] Skip (unless --skip-install-build)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8. Diff summary — [P] Push  [S] Skip repo  [A] Abort (unless --auto-push)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9. Tag and push to origin; return to develop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10. Post-release: ui-products dependency upgrade (unless --skip-product-upgrade)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1 — Dry run (safe preview)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dist/index.js --repo ui-theme-photo --dry-run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1. Select track v2.6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2. Enter cherry-pick SHA (or empty)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3. ui-article: choose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4. At diff summary: choose 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Banner: "DRY-RUN MODE — no writes"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All git/npm shown as [DRY-RUN] Would run: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No lock file, no tags pushed, no commits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Shows next tag (e.g. v2.6.73)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Lists affected products at end: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   cabi — ui-theme: v2.6.72 → v2.6.73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   sup, asha, aami, 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JSON log written with status "success" / dryRun: true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2 — Theme hotfix (interactive)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ui-theme-photo &amp;&amp; node ../auto_release/dist/index.js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1. Track: v2.6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2. SHA: abc1234 (fix commit)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3. ui-article: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4. Install/build: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5. Diff summary: 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6. Products: A (upgrade 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7. Push ui-products: 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Widget repo: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New tag v2.6.73 pushed to origin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package.json ui-core bumped if core was released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ui-products: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cabi, sup, asha, aami, avl, apharma updated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ui-theme → git+ssh://.../ui-theme-photo.git#v2.6.73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One commit per product on develop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Pushed to origin/develop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Log: release-logs/release-*.json tagsCreated: ["v2.6.73"]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3 — Core hotfix with cascade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dist/index.js --repo ui-core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1. Track: v2.8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2. Enter fix SHA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3. Confirm push for ui-core, then photo, then classic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4. At end: select products on v2.8 track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Processes 3 repos in order: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ui-core      → tag v2.8.50 (example)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ui-theme-photo  → bumps ui-core dep, tag v2.8.50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ui-theme-classic → bumps ui-core dep, tag v2.8.50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Products offered if they pin: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ui-core#v2.8.x (acm, acropolis, …)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ui-theme-photo#v2.8.x or ui-theme-classic#v2.8.x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Nested: acropolis/pericles, sage/mal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4 — Faster run (automation flags)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dist/index.js --repo ui-core --skip-install-build --auto-push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 install/build prompts.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 [P]/[S]/[A] at diff summary.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You still answer: tracks, SHAs, ui-article, product menu.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Skips npm install and npm run build in every repo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Pushes tag immediately after each diff 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Saves time when build was verified locally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Lock acquired; real tags pushed to origin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Product upgrade step still runs at 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Use when: hotfix is small, CI will validate build later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5 — Release + auto-upgrade all products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dist/index.js --repo ui-theme-photo --auto-push --auto-upgrade-products --skip-product-install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Tracks + SHAs only.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 push menu, no product selection, no npm install in products.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ui-theme-photo tag pushed (e.g. v2.6.73)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ALL matching products upgraded automatically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package.json updated; lockfiles NOT refreshed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Commits on ui-products/develop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Prompt: "Push ui-products to origin/develop?"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Fastest path for theme-only hotfix.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Run npm install in products separately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Example 6 — Widget release only (skip products)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dist/index.js --repo ui-core --skip-product-upgrade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Normal interactive release.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Product step never appears.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Widget repos released as usual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No ui-products scan or menu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Use when: products updated separately, or not ready yet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Combine with --auto-push for widget-only automation: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node dist/index.js --repo ui-core --auto-push --skip-product-upgrade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Flags: usage &amp; expected results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Flag / Command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When to use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Expected result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--dry-run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First-time try; training; verify product list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git writes, no lock, no npm. Shows [DRY-RUN] lines and affected products.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--repo ui-theme-photo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Run from any directory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Same as cd ui-theme-photo &amp;&amp; node ... — processes photo only.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--verbose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Debug git/npm failures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Full command output on screen and in .log file.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--skip-install-build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Hotfix already built locally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install/build prompts. Tags still pushed if you confirm/auto-push.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--auto-push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Trust diff summary; skip push menu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Tag pushed right after summary. Does NOT skip install/build.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Flags: usage &amp; expected results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Flag / Command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When to use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Expected result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--skip-product-upgrade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Widget-only release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Run ends after widget repos. ui-products untouched.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--auto-upgrade-products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Many products; no manual selection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All matched products bumped + committed. Still asks push ui-products.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--skip-product-install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Speed; update lockfiles later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package.json updated only. Run npm install in products separately.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--log-dir ./my-logs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Custom log location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release-*.log and release-*.json written to chosen folder.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-h / --help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Quick reference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Prints all flags and exits. No prompts.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Expected JSON log (release-logs/release-*.json)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"runId": "hostname-12345",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"engineer": "you@atypon.com",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"dryRun":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"repos":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"repoId": "ui-theme-photo",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"tracksProcessed": ["v2.6"],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"tagsCreated": ["v2.6.73"],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"depsBumped": { "ui-core": "2.8.50"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"status": "success",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  "stashed":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Use for auditing: which tags were created, which deps bumped, errors per repo.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Product matching — before &amp;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Hotfix: ui-theme-photo track v2.6 → new tag v2.6.73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Match rule: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dep key: ui-theme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URL contains ui-theme-photo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current version on track v2.6.x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(includes v2.6.68.1)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931920" cy="292608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Before                          After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cabi  #v2.6.72  →  #v2.6.73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sup   #v2.6.71  →  #v2.6.73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siam  (classic) →  NOT affected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Nested products also scanned: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sage/mal, marlin/lancet, wk/nt, …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ui-products: stash → develop → pull → commit → optional push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Common recipes — copy &amp; paste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Preview everything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dist/index.js --repo ui-theme-photo --dry-run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Theme hotfix (interactive)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ui-theme-photo &amp;&amp; node ../auto_release/dist/index.js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 widget release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dist/index.js --repo ui-core --skip-install-build --auto-push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Hotfix + all products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dist/index.js --repo ui-theme-photo --auto-push --auto-upgrade-products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Widgets only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dist/index.js --repo ui-core --skip-product-upgrade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all flags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dist/index.js --help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Logging, recovery &amp; troubleshooting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Each run writes to release-logs/: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release-YYYYMMDD-HHMMSS.log — prompts, git output, errors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release-YYYYMMDD-HHMMSS.json — tags, deps, status per repo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Crash mid-run → run-state.json → next start offers [R] Resume [F] Fresh [V] View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Cherry-pick conflict → resolve in editor → git add → ENTER to continue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                  → SKIP to skip commit  → ABORT to cancel track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Lock held by another engineer → [W] Wait  [F] Force  [A] Abort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One tool: widget release + ui-products dependency upgrades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Start from standing repo; tool cascades downward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--dry-run first to see tags and affected products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--auto-push + --auto-upgrade-products for fastest hotfix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--skip-product-upgrade when products handled separately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docs/README.md  ·  docs/COMMANDS.md  ·  docs/DEMO.md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2026-06-03T21:33:05Z</dcterms:created>
  <dcterms:modified xsi:type="dcterms:W3CDTF">2026-06-03T21:33:05Z</dcterms:modified>
</cp:coreProperties>
</file>
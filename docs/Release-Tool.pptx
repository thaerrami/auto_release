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Release Tool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63636"/>
                </a:solidFill>
              </a:rPr>
              <a:t>Git release management across the Literatum UI widget hierarchy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What it does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Auto-detects repo from CWD (or --repo &lt;id&gt;) and resolves dependency tree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Per version track (e.g. v2.7, v2.8): sync, checkout tag, cherry-pick, bump deps, build, tag, push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Run once: choose tracks + cherry-pick SHAs at start; apply to all repos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Logs to release-logs/ (.log + .json); crash recovery and file lock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Two interfaces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Node (recommended): node dist/index.js — interactive, crash recovery, lock, JSON logs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Shell: release.sh — same workflow in bash; use from repo dir or --repo &lt;id&gt;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Repo dependency tree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ui-base (layer 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ui-core (layer 2)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ui-theme-photo (layer 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ui-theme-classic (layer 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ui-theme-nextgen (layer 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ui-theme-eureka (layer 2)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ui-article (layer 0, independent)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0" y="9144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You stand in → Tool processes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ui-base → ui-base, ui-core, ui-theme-eureka, ui-theme-photo, ui-theme-classic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ui-core → ui-core, ui-theme-photo, ui-theme-classic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ui-theme-photo → ui-theme-photo only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Per-repo release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1. Checkout &amp; sync — develop, pull, fetch tags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2. Dirty tree check — stash / proceed / abort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3. Track selection — pick v2.7, v2.8, etc.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4. Per track: compute next tag, checkout tag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5. Cherry-pick SHAs (shared across repos/tracks)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6. Bump parent dep in package.json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7. npm install / npm run build (optional, retry/skip)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8. Diff summary → [P]ush / [S]kip / [A]bort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9. Tag and push to origin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Usage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From inside a repo (recommended)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../ui-core &amp;&amp; node /path/to/auto_release/dist/index.js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Dry run (preview only)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dist/index.js --repo ui-core --dry-run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Shell script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release.sh --repo ui-base --dry-run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CLI flags (Node)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5836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Flag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--dry-run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Preview only; no writes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--verbose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Full git/npm output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--no-color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Disable ANSI colors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--repo &lt;id&gt;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Starting repo (ui-base, ui-core, …)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--log-dir &lt;path&gt;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Log directory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--lock-path &lt;path&gt;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Lock file path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Logging &amp; recovery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Each run writes to release-logs/: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release-YYYYMMDD-HHMMSS.log — full log (prompts, git, errors)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release-YYYYMMDD-HHMMSS.json — structured result (tags, deps, status)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Crash recovery: run-state.json lets you Resume / Fresh / View on next start.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Concurrency: file lock prevents two engineers releasing at once.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Demo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Try without changing any repo: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node dist/index.js --repo ui-core --dry-run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You’ll be prompted for tracks and cherry-pick SHAs; all writes are skipped.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See DEMO.md for step-by-step walkthrough.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One tool for the full Literatum UI release workflow (replaces codeUpdate.sh, upgradeArticle.sh, UpgradeTheme2.sh)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Node + Shell; dependency-aware; run-wide tracks and cherry-picks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Dry run, logs, crash recovery, lock — safe and auditable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README.md · DEMO.md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2026-03-15T23:52:43Z</dcterms:created>
  <dcterms:modified xsi:type="dcterms:W3CDTF">2026-03-15T23:52:43Z</dcterms:modified>
</cp:coreProperties>
</file>